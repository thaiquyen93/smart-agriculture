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Smart Operations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Hệ thống Quản trị Vận hành Thông minh ứng dụng Enterprise IoT &amp; AI Đa tác tử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Dự án (Project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Mục tiêu: Xây dựng nền tảng giám sát và vận hành thời gian thực (Real-time Control Room) dành cho hệ thống nông nghiệp/công nghiệp.</a:t>
            </a:r>
          </a:p>
          <a:p>
            <a:r>
              <a:t>Mô hình Kiến trúc Cốt lõi: Cảm hứng từ chuẩn Enterprise IoT với cơ chế Event-Driven, Stream Processing &amp; Multi-Agent AI.</a:t>
            </a:r>
          </a:p>
          <a:p>
            <a:pPr/>
            <a:r>
              <a:t>Đặc điểm Nổi bật:</a:t>
            </a:r>
          </a:p>
          <a:p>
            <a:pPr lvl="1"/>
            <a:r>
              <a:t>Siêu tốc độ: Xử lý luồng dữ liệu thô độ trễ thấp (&lt;1ms) qua Redpanda.</a:t>
            </a:r>
          </a:p>
          <a:p>
            <a:pPr lvl="1"/>
            <a:r>
              <a:t>Thông minh: Phân tích gốc rễ vấn đề tự động với Gemini LLM.</a:t>
            </a:r>
          </a:p>
          <a:p>
            <a:pPr lvl="1"/>
            <a:r>
              <a:t>Bền bỉ: Tự động kích hoạt Fallback ML Engine khi AI Cloud gặp sự cố, đảm bảo 100% Uptime.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Dữ liệu &amp; Xử lý Luồng (Data &amp; Stream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Tầng 1 - Ingestion (Thu thập):</a:t>
            </a:r>
          </a:p>
          <a:p>
            <a:pPr lvl="1"/>
            <a:r>
              <a:t>Dữ liệu cảm biến IoT đổ về qua MQTT/CoAP.</a:t>
            </a:r>
          </a:p>
          <a:p>
            <a:pPr lvl="1"/>
            <a:r>
              <a:t>Sử dụng Redpanda Event Bus truyền hàng triệu sự kiện mỗi giây (Topic: sensor-raw).</a:t>
            </a:r>
          </a:p>
          <a:p>
            <a:pPr/>
            <a:r>
              <a:t>Tầng 2 - Stream Processing (Xử lý Luồng):</a:t>
            </a:r>
          </a:p>
          <a:p>
            <a:pPr lvl="1"/>
            <a:r>
              <a:t>Làm sạch và gom cụm dữ liệu trước khi nạp vào AI.</a:t>
            </a:r>
          </a:p>
          <a:p>
            <a:pPr lvl="1"/>
            <a:r>
              <a:t>Watermarking: Đảm bảo không mất mát dữ liệu do độ trễ mạng chập chờn.</a:t>
            </a:r>
          </a:p>
          <a:p>
            <a:pPr lvl="1"/>
            <a:r>
              <a:t>Sliding Windows: Gom dữ liệu theo chu kỳ (5-10s) tối ưu tính toán.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Lõi Trí tuệ Nhân tạo Đa Tác tử (Multi-Agent AI Core)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Hệ thống kết hợp AI cục bộ và LLM Cloud để ra quyết định:</a:t>
            </a:r>
          </a:p>
          <a:p>
            <a:pPr lvl="1"/>
            <a:r>
              <a:t>Agent 1 (Anomaly Detector): Dùng Isolation Forest soi dữ liệu 24/7 phát hiện điểm bất thường.</a:t>
            </a:r>
          </a:p>
          <a:p>
            <a:pPr lvl="1"/>
            <a:r>
              <a:t>Agent 2 (Risk Predictor): Dùng XGBoost Time-Series dự báo rủi ro trong 5-10 phút tới.</a:t>
            </a:r>
          </a:p>
          <a:p>
            <a:pPr lvl="1"/>
            <a:r>
              <a:t>Agent 3 (Decision LLM - Gemini): Phân tích nguyên nhân sâu xa (Root Cause) khi có cảnh báo.</a:t>
            </a:r>
          </a:p>
          <a:p>
            <a:pPr lvl="1"/>
            <a:r>
              <a:t>Fallback ML Engine: Dự phòng cục bộ (Local Rules/ML) tự động kích hoạt nếu mất kết nối Gemini.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Trung tâm Điều hành &amp; Hiển thị (Control Room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Công nghệ nền tảng: Dark-mode UI bằng React.js + TailwindCSS, FastAPI WebSocket cho độ trễ &lt;100ms.</a:t>
            </a:r>
          </a:p>
          <a:p>
            <a:pPr/>
            <a:r>
              <a:t>Tính năng Cốt lõi trên UI:</a:t>
            </a:r>
          </a:p>
          <a:p>
            <a:pPr lvl="1"/>
            <a:r>
              <a:t>Bản đồ Tương tác (Leaflet): Định vị các trạm IoT, cảnh báo đỏ khi xảy ra sự cố.</a:t>
            </a:r>
          </a:p>
          <a:p>
            <a:pPr lvl="1"/>
            <a:r>
              <a:t>Biểu đồ Cửa sổ Trượt (Recharts): Vẽ chuỗi thời gian thực thay đổi liên tục.</a:t>
            </a:r>
          </a:p>
          <a:p>
            <a:pPr lvl="1"/>
            <a:r>
              <a:t>Thẻ Hành động (Action Cards): Hiện cảnh báo AI và cho phép kích hoạt lệnh khắc phục ngay lập tức.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